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55215e52-dfcf-d293-fb98-6690c6c6b4df}">
          <p14:sldIdLst>
            <p14:sldId id="256"/>
            <p14:sldId id="257"/>
            <p14:sldId id="258"/>
            <p14:sldId id="259"/>
          </p14:sldIdLst>
        </p14:section>
        <p14:section name="Desafíos" id="{8411a7d9-b139-5489-8bd4-11928ad88145}">
          <p14:sldIdLst>
            <p14:sldId id="260"/>
            <p14:sldId id="261"/>
          </p14:sldIdLst>
        </p14:section>
        <p14:section name="Escenarios y meta" id="{a0d7f505-fffc-d0fa-0ef2-9bb22c8504c8}">
          <p14:sldIdLst>
            <p14:sldId id="262"/>
            <p14:sldId id="263"/>
          </p14:sldIdLst>
        </p14:section>
        <p14:section name="Plan y recomendación" id="{9353d3d5-e4d6-ff6e-7a8d-3c3a5b3f60ad}">
          <p14:sldIdLst>
            <p14:sldId id="264"/>
            <p14:sldId id="265"/>
            <p14:sldId id="266"/>
            <p14:sldId id="267"/>
          </p14:sldIdLst>
        </p14:section>
        <p14:section name="Anexo" id="{20eaf389-659d-c312-1178-60615d97db4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18 recintos, 362 equipos 1+10 (3,982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1+10.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 1+10: 3,982 personas × 85 % = 3,385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1+10 de la seccional (CAD): 362 comités = 3,982 personas, calculada como 40 % de los votos emitidos por colegio, redondeado al comité completo. El reparto por zona es proporcional a los electores porque no hay votos por recinto; con los votos JCE por colegio se puede afinar.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cédula y padrón (renovación y traslado de recién llegados), datos y CRM (registros únicos y tablero), comunicación (agenda de la diáspora), logística del día de la elección (transporte y delegados) y legal y finanzas (cumplimiento de las leyes 20-23 y 33-18). Cada una de las 8 zonas tiene un coordinador; los números son los equipos 1+10 que debe formar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362 equipos en unas 13 semanas, unos 28 por semana; si en la semana 4 hay menos de 80 equipos en marcha,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recintos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por recinto,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362 equipos podemos superar en 10 % al PRM de 2024 en Pennsylvania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18 recintos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+26 %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desde 2022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18 responsables de recinto y 362 equipos 1+10.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por recinto);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solo 2 recintos: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Recintos y Colegios Electorales 2024 (18 recintos, 84 mesas, 47,529 electores)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362 equipos de 11 personas (3,982 en total) repartidos en 8 zonas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Equipos 1+10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 (3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 (2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3,982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equipo = 1 dirigente + 10 personas que se comprometen a votar.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debe formar 50 equipos, es decir, 550 personas.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Regla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persona cuenta solo si ya tiene la cédula nueva.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Comités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Cédula y padrón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Cédula y padrón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Datos y CRM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Datos y CRM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ón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Comunicación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día E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día 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Legal y finanzas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Legal y finanzas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equipos 1+10 a formar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73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13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18 responsables de recinto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362 equipos 1+10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3,982 personas organizadas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18 responsables de recinto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Censo de cédula en la red y primeros equipos 1+10 en formación;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80 equipos en marcha;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1+10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362 equipos;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Equipos 1+10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28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28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 – 27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18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Cédula y padrón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y CRM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y finanzas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mesas, 2 recintos)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 de 18 recintos son iglesias y centros comunitarios: de ahí salen los responsables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2026-10-21T03:53:31Z</dcterms:created>
  <dcterms:modified xsi:type="dcterms:W3CDTF">2026-10-21T03:53:31Z</dcterms:modified>
</cp:coreProperties>
</file>