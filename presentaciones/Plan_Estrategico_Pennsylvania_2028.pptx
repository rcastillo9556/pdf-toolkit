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7b008938-e9a8-c9ca-f8b8-daa4da07423a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0be04665-0b61-6853-047a-5457c0584a40}">
          <p14:sldIdLst>
            <p14:sldId id="261"/>
            <p14:sldId id="262"/>
          </p14:sldIdLst>
        </p14:section>
        <p14:section name="Escenarios y meta" id="{502eea75-1eca-02a8-e408-e413e3172989}">
          <p14:sldIdLst>
            <p14:sldId id="263"/>
            <p14:sldId id="264"/>
          </p14:sldIdLst>
        </p14:section>
        <p14:section name="Plan y recomendación" id="{cf62aa64-124b-47a6-dd46-1ecf145c78b9}">
          <p14:sldIdLst>
            <p14:sldId id="265"/>
            <p14:sldId id="266"/>
            <p14:sldId id="267"/>
            <p14:sldId id="268"/>
          </p14:sldIdLst>
        </p14:section>
        <p14:section name="Anexo" id="{02553240-ca45-9323-a743-fb1c3b2ae73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Centro-Sur (Harrisburg, Lancaster, York y Lebanon),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zonas de trabajo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(INDEX)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53328" y="47274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7" name="Zona 2"/>
          <p:cNvSpPr/>
          <p:nvPr/>
        </p:nvSpPr>
        <p:spPr>
          <a:xfrm>
            <a:off x="4870531" y="5025979"/>
            <a:ext cx="591657" cy="591657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70531" y="5025979"/>
            <a:ext cx="591657" cy="591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517053" y="520293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0" name="Zona 3"/>
          <p:cNvSpPr/>
          <p:nvPr/>
        </p:nvSpPr>
        <p:spPr>
          <a:xfrm>
            <a:off x="3826248" y="4009128"/>
            <a:ext cx="631967" cy="631967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26248" y="4009128"/>
            <a:ext cx="631967" cy="631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13080" y="42062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3" name="Zona 4"/>
          <p:cNvSpPr/>
          <p:nvPr/>
        </p:nvSpPr>
        <p:spPr>
          <a:xfrm>
            <a:off x="4568900" y="3444188"/>
            <a:ext cx="627992" cy="6279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68900" y="3444188"/>
            <a:ext cx="627992" cy="627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251756" y="36393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16" name="Zona 5"/>
          <p:cNvSpPr/>
          <p:nvPr/>
        </p:nvSpPr>
        <p:spPr>
          <a:xfrm>
            <a:off x="3774072" y="2695080"/>
            <a:ext cx="590015" cy="59001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74072" y="2695080"/>
            <a:ext cx="590015" cy="59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418952" y="2871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19" name="Zona 6"/>
          <p:cNvSpPr/>
          <p:nvPr/>
        </p:nvSpPr>
        <p:spPr>
          <a:xfrm>
            <a:off x="4178930" y="1975226"/>
            <a:ext cx="438667" cy="438667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78930" y="1975226"/>
            <a:ext cx="438667" cy="4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72462" y="207568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 / Scranton</a:t>
            </a:r>
            <a:endParaRPr lang="en-US" sz="1100" dirty="0"/>
          </a:p>
        </p:txBody>
      </p:sp>
      <p:sp>
        <p:nvSpPr>
          <p:cNvPr id="22" name="Zona 7"/>
          <p:cNvSpPr/>
          <p:nvPr/>
        </p:nvSpPr>
        <p:spPr>
          <a:xfrm>
            <a:off x="2790909" y="4436829"/>
            <a:ext cx="562951" cy="562951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790909" y="4436829"/>
            <a:ext cx="562951" cy="562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73005" y="4599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Centro-Sur</a:t>
            </a:r>
            <a:endParaRPr lang="en-US" sz="1100" dirty="0"/>
          </a:p>
        </p:txBody>
      </p:sp>
      <p:sp>
        <p:nvSpPr>
          <p:cNvPr id="25" name="Zona 8"/>
          <p:cNvSpPr/>
          <p:nvPr/>
        </p:nvSpPr>
        <p:spPr>
          <a:xfrm>
            <a:off x="4574067" y="5397027"/>
            <a:ext cx="398203" cy="398203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74067" y="5397027"/>
            <a:ext cx="398203" cy="398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056163" y="54772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184708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Philadelphia Noreste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275320" y="23545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Philadelphia Kensington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275320" y="286207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Berks (Reading)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275320" y="3369564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Lehigh Valley (Allentown)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275320" y="3877056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Hazleton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438454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Wilkes-Barre y Scranton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489204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Centro-Sur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539953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Delaware (Wilmington)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6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Tamaño del círculo según los electores de cada zona. Versión interactiva en el enlace web. Cartografía: US Census.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2022; 227,647 en el último informe);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2026-10-21T04:37:16Z</dcterms:created>
  <dcterms:modified xsi:type="dcterms:W3CDTF">2026-10-21T04:37:16Z</dcterms:modified>
</cp:coreProperties>
</file>