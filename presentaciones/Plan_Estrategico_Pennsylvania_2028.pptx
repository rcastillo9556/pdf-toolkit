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f7c6179-0ccd-ee92-eb5e-aa8125e40933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fb1dcc8b-8448-3f86-5962-200b23868253}">
          <p14:sldIdLst>
            <p14:sldId id="261"/>
            <p14:sldId id="262"/>
          </p14:sldIdLst>
        </p14:section>
        <p14:section name="Escenarios y meta" id="{22cbdd03-1da5-736c-1b35-1928b8215e7e}">
          <p14:sldIdLst>
            <p14:sldId id="263"/>
            <p14:sldId id="264"/>
          </p14:sldIdLst>
        </p14:section>
        <p14:section name="Plan y recomendación" id="{a924a8c4-60c4-d519-2515-92934dd5028d}">
          <p14:sldIdLst>
            <p14:sldId id="265"/>
            <p14:sldId id="266"/>
            <p14:sldId id="267"/>
            <p14:sldId id="268"/>
          </p14:sldIdLst>
        </p14:section>
        <p14:section name="Anexo" id="{23ff2fb9-411f-0e9b-3321-070ec4eaa5c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para David Collado por escenario (60 %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Collado: un 10 % más que el PRM en 2024.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estimación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5,760 votos para David Collado, un 10 % más que el PRM en 2024; se logra aun con desgaste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60 % (como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55 % (desgaste)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2026-10-21T05:06:14Z</dcterms:created>
  <dcterms:modified xsi:type="dcterms:W3CDTF">2026-10-21T05:06:14Z</dcterms:modified>
</cp:coreProperties>
</file>