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90171608-9719-231c-b66d-58b2245911b2}">
          <p14:sldIdLst>
            <p14:sldId id="256"/>
            <p14:sldId id="257"/>
            <p14:sldId id="258"/>
            <p14:sldId id="259"/>
            <p14:sldId id="260"/>
          </p14:sldIdLst>
        </p14:section>
        <p14:section name="Desafíos" id="{54dc8ab0-e4b7-9982-9d8e-ad870390eda4}">
          <p14:sldIdLst>
            <p14:sldId id="261"/>
            <p14:sldId id="262"/>
          </p14:sldIdLst>
        </p14:section>
        <p14:section name="Escenarios y meta" id="{7feaf327-003b-b422-687a-c7f7716023a0}">
          <p14:sldIdLst>
            <p14:sldId id="263"/>
            <p14:sldId id="264"/>
          </p14:sldIdLst>
        </p14:section>
        <p14:section name="Plan y recomendación" id="{d623ce6c-869c-98c4-63b4-dc62f8ca2f27}">
          <p14:sldIdLst>
            <p14:sldId id="265"/>
            <p14:sldId id="266"/>
            <p14:sldId id="267"/>
            <p14:sldId id="268"/>
          </p14:sldIdLst>
        </p14:section>
        <p14:section name="Anexo" id="{efded245-8b92-7819-2c18-1f828092abe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PRM en la seccional (con 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 PRM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18.4 % (8,731 de 47,529) y riesgo de la nueva cédula. Plan: 8 zonas, 400 líderes con 10 personas cada uno (4,000 personas). Meta: superar en al menos 10 % los votos estimados del PRM en 2024 (unos 5,239 → 5,763). Decisión: aprobar,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el noreste (Hazleton, Wilkes-Barre y Scranton) y Harrisburg, Lancaster, York y Lebanon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de líderes.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Red: 4,000 personas × 85 % = 3,400 votos, el 59 % de 5,763. Tres niveles: piso igualar 2024 (≈5,240), meta +10 % (≈5,760), techo +20 % (≈6,270). Desgaste: un tercer período consecutivo del PRM sin Abinader en la boleta y el malestar social que muestran las encuestas hacen prudente suponer menos apoyo; con 55 % de apoyo la meta exige 10,478 votos totales (22.0 % de participación; 19.7 % si el padrón crece 12 %); con 50 %, 11,526 votos (24.3 %; 21.7 % con padrón +12 %). Supuestos de los escenarios: Adverso, 60 % renueva la cédula y vota el 20 % de los habilitados; Inercial, 80 % y 23 %; Realista, abstención del 78 % sobre el padrón; Favorable, 90 % y 27 %.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de organización: una red de 4,000 personas comprometidas a votar, con 400 líderes de 10 personas cada uno. Es equivalente a la meta de la carpeta CAD (362 comités de 11 = 3,982 personas, 40 % de los votos de 2024 por colegio con redondeo), pero más fácil de explicar. Si vota el 85 % de la red, son unos 3,400 votos, el 59 % de la meta de 5,760. Los líderes se reparten por zona en proporción a los electores.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EQUIPO DE DAVID COLLADO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electoral,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 podemos superar en 10 % al PRM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18.4 %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5,760 votos para David Collado y el PRM (+10 % sobre 2024). Aun con desgaste, se logra con un 22 % de participación.</a:t>
            </a:r>
            <a:endParaRPr lang="en-US" sz="1500" dirty="0"/>
          </a:p>
        </p:txBody>
      </p:sp>
      <p:sp>
        <p:nvSpPr>
          <p:cNvPr id="18" name="La decisión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Aprobar el plan, 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 (Registro Sociodemográfico). Meta PRM: estimación propia, ver diapositiva de la meta.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concentradas en solo 2 ciudades: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padrón electoral 2024 (84 mesas, 47,529 electores, 13 ciudades)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8 zonas en el este de Pennsylvania; 4 de ellas concentran el 69 % del padrón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20.3 %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13.9 %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17.6 %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17.2 %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13.7 %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3.7 %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11.5 %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2.1 %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del estado está inscrito para votar en la seccional (21 %). Y la comunidad creció un 26 %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2022; 227,647 en el último informe);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Aun con desgaste, superar en 10 % al PRM de 2024 es alcanzable: hace falta un 22 % de participación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5,240 votos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5,760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6,270 votos</a:t>
            </a:r>
            <a:endParaRPr lang="en-US" sz="1500" dirty="0"/>
          </a:p>
        </p:txBody>
      </p:sp>
      <p:sp>
        <p:nvSpPr>
          <p:cNvPr id="12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60 % (igual que 2024)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20.2 %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Apoyo 55 % (desgaste moderado)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22.0 %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50 % (desgaste fuerte)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24.3 %</a:t>
            </a:r>
            <a:endParaRPr lang="en-US" sz="1600" dirty="0"/>
          </a:p>
        </p:txBody>
      </p:sp>
      <p:sp>
        <p:nvSpPr>
          <p:cNvPr id="2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*PRM 2024 estimado: 60 % (diputados C1) × 8,731 votos. Escenarios: renovación de cédula y participación supuestas (ver notas).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una red de 4,000 votantes comprometidos, con 400 líderes de 10 personas cada uno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Líderes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Harrisburg, Lancaster, York y Lebanon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líder se compromete a llevar a votar a 10 personas de su entorno.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necesita 55 líderes, es decir, 550 personas. Solo cuenta quien ya tenga la cédula nueva.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¿Por qué 4,000?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votos: el 59 % de la meta de 5,760.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Líderes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Líderes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31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– 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20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Asuntos Electorales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Comunicaciones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Tecnología y Datos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Finanzas y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 en 2 ciudades)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Anexo · 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Harrisburg, Lancaster, York y Lebanon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2026-10-21T04:59:26Z</dcterms:created>
  <dcterms:modified xsi:type="dcterms:W3CDTF">2026-10-21T04:59:26Z</dcterms:modified>
</cp:coreProperties>
</file>