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2effa879-61ab-cc27-5589-764ca7cd9fe0}">
          <p14:sldIdLst>
            <p14:sldId id="256"/>
            <p14:sldId id="257"/>
            <p14:sldId id="258"/>
            <p14:sldId id="259"/>
          </p14:sldIdLst>
        </p14:section>
        <p14:section name="Desafíos" id="{8623ffca-c50e-25b4-2380-fad55302ee58}">
          <p14:sldIdLst>
            <p14:sldId id="260"/>
            <p14:sldId id="261"/>
          </p14:sldIdLst>
        </p14:section>
        <p14:section name="Escenarios y meta" id="{5e0aa89e-7cb1-c211-ad4a-b7f27606d8d9}">
          <p14:sldIdLst>
            <p14:sldId id="262"/>
            <p14:sldId id="263"/>
          </p14:sldIdLst>
        </p14:section>
        <p14:section name="Plan y recomendación" id="{df5ed2cd-d51e-fecc-e6a4-9a83febe1138}">
          <p14:sldIdLst>
            <p14:sldId id="264"/>
            <p14:sldId id="265"/>
            <p14:sldId id="266"/>
            <p14:sldId id="267"/>
          </p14:sldIdLst>
        </p14:section>
        <p14:section name="Anexo" id="{ddaa01d9-60b8-eaf2-7229-6eadc02f26e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18 recintos, 362 equipos 1+10 (3,982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1+10.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 1+10: 3,982 personas × 85 % = 3,385 votos, el 59 % de 5,763.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cédula y padrón (renovación y traslado de recién llegados), datos y CRM (registros únicos y tablero), comunicación (agenda de la diáspora), logística del día de la elección (transporte y delegados) y legal y finanzas (cumplimiento de las leyes 20-23 y 33-18). Cada una de las 8 zonas tiene un coordinador; los números son los equipos 1+10 que debe formar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362 equipos en unas 13 semanas, unos 28 por semana; si en la semana 4 hay menos de 80 equipos en marcha,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recintos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por recinto,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362 equipos podemos superar en 10 % al PRM de 2024 en Pennsylvania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18 recintos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18 responsables de recinto y 362 equipos 1+10.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 menos 5,760 votos para David Collado y el PRM en 2028: un 10 % más que el PRM en 2024.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por recinto);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solo 2 recintos: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Recintos y Colegios Electorales 2024 (18 recintos, 84 mesas, 47,529 electores)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Para superar en 10 % al PRM de 2024 hacen falta unos 5,760 votos: el escenario realista lo logra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os caminos"/>
          <p:cNvSpPr/>
          <p:nvPr/>
        </p:nvSpPr>
        <p:spPr>
          <a:xfrm>
            <a:off x="7589520" y="1600200"/>
            <a:ext cx="405079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7373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Dos caminos para el +10 %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Más votantes: subir la participación al 20.2 % (unos 9,600 votos) con el mismo 60 % de apoyo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Más apoyo: con los mismos 8,731 votantes, subir el apoyo al PRM del 60 % al 66 %</a:t>
            </a:r>
            <a:endParaRPr lang="en-US" sz="1700" dirty="0"/>
          </a:p>
        </p:txBody>
      </p:sp>
      <p:sp>
        <p:nvSpPr>
          <p:cNvPr id="6" name="Aporte red"/>
          <p:cNvSpPr/>
          <p:nvPr/>
        </p:nvSpPr>
        <p:spPr>
          <a:xfrm>
            <a:off x="7589520" y="4389120"/>
            <a:ext cx="4050792" cy="1463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4462272"/>
            <a:ext cx="36118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59 % de la meta</a:t>
            </a:r>
            <a:endParaRPr lang="en-US" sz="2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 cubre la red 1+10: 3,982 personas, de las que se espera que voten unas 3,385</a:t>
            </a:r>
            <a:endParaRPr lang="en-US" sz="24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362 equipos de 11 personas (3,982 en total) repartidos en 8 zonas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Equipos 1+10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 (3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 (2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equipo = 1 dirigente + 10 personas que se comprometen a votar.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debe formar 50 equipos, es decir, 550 personas.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Regla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persona cuenta solo si ya tiene la cédula nueva.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Cédula y padrón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Cédula y padrón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Datos y CRM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CRM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ón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día E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día 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Legal y finanzas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Legal y finanzas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equipos 1+10 a formar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18 responsables de recinto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362 equipos 1+10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3,982 personas organizadas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18 responsables de recinto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Censo de cédula en la red y primeros equipos 1+10 en formación;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80 equipos en marcha;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1+10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362 equipos;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Equipos 1+10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28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 – 27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Cédula y padrón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y CRM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y finanzas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mesas, 2 recintos)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 de 18 recintos son iglesias y centros comunitarios: de ahí salen los responsables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2026-10-21T03:44:27Z</dcterms:created>
  <dcterms:modified xsi:type="dcterms:W3CDTF">2026-10-21T03:44:27Z</dcterms:modified>
</cp:coreProperties>
</file>