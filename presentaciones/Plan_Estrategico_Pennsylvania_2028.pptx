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b6326cce-9be6-66df-06e9-8db0c3e993e9}">
          <p14:sldIdLst>
            <p14:sldId id="256"/>
            <p14:sldId id="257"/>
            <p14:sldId id="258"/>
            <p14:sldId id="259"/>
          </p14:sldIdLst>
        </p14:section>
        <p14:section name="Resultados 2024" id="{bb257b73-7b69-22b0-6da3-6acbec614371}">
          <p14:sldIdLst>
            <p14:sldId id="260"/>
          </p14:sldIdLst>
        </p14:section>
        <p14:section name="Meta" id="{f5d9d351-d8e9-1685-470c-c17839cee27c}">
          <p14:sldIdLst>
            <p14:sldId id="261"/>
          </p14:sldIdLst>
        </p14:section>
        <p14:section name="Plan y recomendación" id="{fdb269bf-a2aa-e003-22c3-cfee09074382}">
          <p14:sldIdLst>
            <p14:sldId id="262"/>
            <p14:sldId id="263"/>
            <p14:sldId id="264"/>
          </p14:sldIdLst>
        </p14:section>
        <p14:section name="Ficha técnica" id="{ca45b114-b65f-fe28-8feb-f4bd18f41d9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1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19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0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1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2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3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4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2026-10-21T06:00:05Z</dcterms:created>
  <dcterms:modified xsi:type="dcterms:W3CDTF">2026-10-21T06:00:05Z</dcterms:modified>
</cp:coreProperties>
</file>