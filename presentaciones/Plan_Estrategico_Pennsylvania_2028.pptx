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df5b350e-df9e-98e9-1dcf-42259421b7d6}">
          <p14:sldIdLst>
            <p14:sldId id="256"/>
            <p14:sldId id="257"/>
            <p14:sldId id="258"/>
            <p14:sldId id="259"/>
            <p14:sldId id="260"/>
          </p14:sldIdLst>
        </p14:section>
        <p14:section name="Desafíos" id="{928c7521-1aca-ae30-3f59-565499093205}">
          <p14:sldIdLst>
            <p14:sldId id="261"/>
            <p14:sldId id="262"/>
          </p14:sldIdLst>
        </p14:section>
        <p14:section name="Escenarios y meta" id="{eec36563-55c2-915b-76dd-73a8e10e810c}">
          <p14:sldIdLst>
            <p14:sldId id="263"/>
            <p14:sldId id="264"/>
          </p14:sldIdLst>
        </p14:section>
        <p14:section name="Plan y recomendación" id="{362908da-aafa-472c-d464-d689c3c21730}">
          <p14:sldIdLst>
            <p14:sldId id="265"/>
            <p14:sldId id="266"/>
            <p14:sldId id="267"/>
            <p14:sldId id="268"/>
          </p14:sldIdLst>
        </p14:section>
        <p14:section name="Anexo" id="{5a8ecd1a-53a4-380f-e266-0b61d3133da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el noreste (Hazleton, Wilkes-Barre y Scranton) y Harrisburg, Lancaster, York y Lebanon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 podemos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 PRM: estimación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8 zonas en el este de Pennsylvania; 4 de ellas concentran el 69 % del padrón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del estado está inscrito para votar en la seccional (21 %). Y la comunidad creció un 26 %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2026-10-21T05:02:34Z</dcterms:created>
  <dcterms:modified xsi:type="dcterms:W3CDTF">2026-10-21T05:02:34Z</dcterms:modified>
</cp:coreProperties>
</file>