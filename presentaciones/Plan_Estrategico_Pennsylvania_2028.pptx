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f868450-7c26-051f-c578-407b9cf1feda}">
          <p14:sldIdLst>
            <p14:sldId id="256"/>
            <p14:sldId id="257"/>
            <p14:sldId id="258"/>
            <p14:sldId id="259"/>
          </p14:sldIdLst>
        </p14:section>
        <p14:section name="Riesgos" id="{c2e40342-826d-3503-1a3c-cb99cd36d6b6}">
          <p14:sldIdLst>
            <p14:sldId id="260"/>
          </p14:sldIdLst>
        </p14:section>
        <p14:section name="Resultados 2024" id="{a829add8-3249-6426-d561-9d59701628fc}">
          <p14:sldIdLst>
            <p14:sldId id="261"/>
          </p14:sldIdLst>
        </p14:section>
        <p14:section name="Meta" id="{c2b8580d-ea55-3fff-ff8e-511f27398f6b}">
          <p14:sldIdLst>
            <p14:sldId id="262"/>
          </p14:sldIdLst>
        </p14:section>
        <p14:section name="Plan y recomendación" id="{dce2b17e-dfaf-f6f4-d4ad-607d10ebf479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8 zonas; Reading es donde menos apoyo tuvo y Kensington donde menos se votó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60120"/>
                <a:gridCol w="868680"/>
                <a:gridCol w="1143000"/>
                <a:gridCol w="1005840"/>
                <a:gridCol w="9601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1,164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64.9 %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1,113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16.9 %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722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65.8 %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15.3 %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63.5 %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1,141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20.9 %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apoyo más bajo (59.5 %)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Kensington, Wilkes-Barre y Harrisburg: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 a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recinto según la lista de la Seccional PRM Pennsylvania. En rojo: participación menor de 17 % o apoyo menor de 60 %.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2026-10-21T05:35:35Z</dcterms:created>
  <dcterms:modified xsi:type="dcterms:W3CDTF">2026-10-21T05:35:35Z</dcterms:modified>
</cp:coreProperties>
</file>