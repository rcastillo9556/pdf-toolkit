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5fea8dc6-c9c6-702e-e7cc-bb2b6b6d4fae}">
          <p14:sldIdLst>
            <p14:sldId id="256"/>
            <p14:sldId id="257"/>
            <p14:sldId id="258"/>
            <p14:sldId id="259"/>
          </p14:sldIdLst>
        </p14:section>
        <p14:section name="Desafíos" id="{e51e7ac3-8364-5f3b-3bd4-4ce1c2b8a4a9}">
          <p14:sldIdLst>
            <p14:sldId id="260"/>
            <p14:sldId id="261"/>
          </p14:sldIdLst>
        </p14:section>
        <p14:section name="Escenarios y meta" id="{a785065f-388b-bc2b-6a1c-50333651fcba}">
          <p14:sldIdLst>
            <p14:sldId id="262"/>
            <p14:sldId id="263"/>
          </p14:sldIdLst>
        </p14:section>
        <p14:section name="Plan y recomendación" id="{d865dcf6-a4e3-d5d1-2ce8-6f3ad643d7d1}">
          <p14:sldIdLst>
            <p14:sldId id="264"/>
            <p14:sldId id="265"/>
            <p14:sldId id="266"/>
            <p14:sldId id="267"/>
          </p14:sldIdLst>
        </p14:section>
        <p14:section name="Anexo" id="{da63e559-cd6f-b945-0d06-b6069229950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2026-10-21T04:20:27Z</dcterms:created>
  <dcterms:modified xsi:type="dcterms:W3CDTF">2026-10-21T04:20:27Z</dcterms:modified>
</cp:coreProperties>
</file>