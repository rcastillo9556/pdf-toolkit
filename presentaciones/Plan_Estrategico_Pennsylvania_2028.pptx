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20c2cb34-6b7a-e69e-1a79-906b779d0ac3}">
          <p14:sldIdLst>
            <p14:sldId id="256"/>
            <p14:sldId id="257"/>
            <p14:sldId id="258"/>
            <p14:sldId id="259"/>
            <p14:sldId id="260"/>
          </p14:sldIdLst>
        </p14:section>
        <p14:section name="Desafíos" id="{767d5d3c-18b3-524d-b4a9-4227ba16a0a3}">
          <p14:sldIdLst>
            <p14:sldId id="261"/>
            <p14:sldId id="262"/>
          </p14:sldIdLst>
        </p14:section>
        <p14:section name="Escenarios y meta" id="{ce49d770-b378-517a-e302-4b1af7597e28}">
          <p14:sldIdLst>
            <p14:sldId id="263"/>
            <p14:sldId id="264"/>
          </p14:sldIdLst>
        </p14:section>
        <p14:section name="Plan y recomendación" id="{6d32070f-6284-0b6f-949a-018606f26ad3}">
          <p14:sldIdLst>
            <p14:sldId id="265"/>
            <p14:sldId id="266"/>
            <p14:sldId id="267"/>
            <p14:sldId id="268"/>
          </p14:sldIdLst>
        </p14:section>
        <p14:section name="Anexo" id="{4e0de1db-156d-b02f-ee07-9808f64ccaa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el mayor crecimiento de EE. 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el noreste (Hazleton, Wilkes-Barre y Scranton) y Harrisburg, Lancaster, York y Lebanon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crecimiento dominicano en EE. UU.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crecimiento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8 zonas en el este de Pennsylvania; 4 de ellas concentran el 69 % del padrón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053328" y="47274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7" name="Zona 2"/>
          <p:cNvSpPr/>
          <p:nvPr/>
        </p:nvSpPr>
        <p:spPr>
          <a:xfrm>
            <a:off x="4870531" y="5025979"/>
            <a:ext cx="591657" cy="591657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70531" y="5025979"/>
            <a:ext cx="591657" cy="591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517053" y="520293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0" name="Zona 3"/>
          <p:cNvSpPr/>
          <p:nvPr/>
        </p:nvSpPr>
        <p:spPr>
          <a:xfrm>
            <a:off x="3826248" y="4009128"/>
            <a:ext cx="631967" cy="631967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26248" y="4009128"/>
            <a:ext cx="631967" cy="631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13080" y="42062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3" name="Zona 4"/>
          <p:cNvSpPr/>
          <p:nvPr/>
        </p:nvSpPr>
        <p:spPr>
          <a:xfrm>
            <a:off x="4568900" y="3444188"/>
            <a:ext cx="627992" cy="6279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68900" y="3444188"/>
            <a:ext cx="627992" cy="627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251756" y="363931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16" name="Zona 5"/>
          <p:cNvSpPr/>
          <p:nvPr/>
        </p:nvSpPr>
        <p:spPr>
          <a:xfrm>
            <a:off x="3774072" y="2695080"/>
            <a:ext cx="590015" cy="59001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74072" y="2695080"/>
            <a:ext cx="590015" cy="59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418952" y="2871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19" name="Zona 6"/>
          <p:cNvSpPr/>
          <p:nvPr/>
        </p:nvSpPr>
        <p:spPr>
          <a:xfrm>
            <a:off x="4178930" y="1975226"/>
            <a:ext cx="438667" cy="438667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78930" y="1975226"/>
            <a:ext cx="438667" cy="4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72462" y="207568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 / Scranton</a:t>
            </a:r>
            <a:endParaRPr lang="en-US" sz="1100" dirty="0"/>
          </a:p>
        </p:txBody>
      </p:sp>
      <p:sp>
        <p:nvSpPr>
          <p:cNvPr id="22" name="Zona 7"/>
          <p:cNvSpPr/>
          <p:nvPr/>
        </p:nvSpPr>
        <p:spPr>
          <a:xfrm>
            <a:off x="2790909" y="4436829"/>
            <a:ext cx="562951" cy="562951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790909" y="4436829"/>
            <a:ext cx="562951" cy="562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58605" y="45994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Harrisburg, Lancaster, York y Lebanon</a:t>
            </a:r>
            <a:endParaRPr lang="en-US" sz="1100" dirty="0"/>
          </a:p>
        </p:txBody>
      </p:sp>
      <p:sp>
        <p:nvSpPr>
          <p:cNvPr id="25" name="Zona 8"/>
          <p:cNvSpPr/>
          <p:nvPr/>
        </p:nvSpPr>
        <p:spPr>
          <a:xfrm>
            <a:off x="4574067" y="5397027"/>
            <a:ext cx="398203" cy="398203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74067" y="5397027"/>
            <a:ext cx="398203" cy="398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3056163" y="54772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46" name="Shape 43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6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Tamaño del círculo según los electores de cada zona. Versión interactiva en el enlace web. Cartografía: US Census.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del estado está inscrito para votar en la seccional (21 %). Y la comunidad creció un 26 %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2022; 227,647 en el último informe);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2026-10-21T04:39:40Z</dcterms:created>
  <dcterms:modified xsi:type="dcterms:W3CDTF">2026-10-21T04:39:40Z</dcterms:modified>
</cp:coreProperties>
</file>