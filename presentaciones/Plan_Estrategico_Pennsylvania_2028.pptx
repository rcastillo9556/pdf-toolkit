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646b16da-2c8d-d10e-df58-d60fbf644bde}">
          <p14:sldIdLst>
            <p14:sldId id="256"/>
            <p14:sldId id="257"/>
            <p14:sldId id="258"/>
            <p14:sldId id="259"/>
          </p14:sldIdLst>
        </p14:section>
        <p14:section name="Desafíos" id="{1b646ec5-9fc8-af10-13e2-c2ae52db30a6}">
          <p14:sldIdLst>
            <p14:sldId id="260"/>
            <p14:sldId id="261"/>
          </p14:sldIdLst>
        </p14:section>
        <p14:section name="Escenarios y meta" id="{5f4e706f-9ccd-58f4-700a-4a0d20259491}">
          <p14:sldIdLst>
            <p14:sldId id="262"/>
            <p14:sldId id="263"/>
          </p14:sldIdLst>
        </p14:section>
        <p14:section name="Plan y recomendación" id="{5167a663-7e10-e90d-f3ec-53d1376dfb75}">
          <p14:sldIdLst>
            <p14:sldId id="264"/>
            <p14:sldId id="265"/>
            <p14:sldId id="266"/>
            <p14:sldId id="267"/>
          </p14:sldIdLst>
        </p14:section>
        <p14:section name="Anexo" id="{e57740a1-747f-7058-1b68-9c863c9f1c8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cédula y padrón (renovación y traslado de recién llegados), datos y CRM (registros únicos y tablero), comunicación (agenda de la diáspora), logística del día de la elección (transporte y delegados) y legal y finanzas (cumplimiento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zonas de trabajo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Cédula y padrón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Cédula y padrón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Datos y CRM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CRM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ón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día E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día 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Legal y finanzas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Legal y finanzas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Cédula y padrón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y CRM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y finanzas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2026-10-21T04:18:45Z</dcterms:created>
  <dcterms:modified xsi:type="dcterms:W3CDTF">2026-10-21T04:18:45Z</dcterms:modified>
</cp:coreProperties>
</file>