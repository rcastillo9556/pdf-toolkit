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576c6ff5-d818-9104-4dc8-74f68378f0f4}">
          <p14:sldIdLst>
            <p14:sldId id="256"/>
            <p14:sldId id="257"/>
            <p14:sldId id="258"/>
            <p14:sldId id="259"/>
          </p14:sldIdLst>
        </p14:section>
        <p14:section name="Desafíos" id="{609e4f4a-4d77-77f4-4194-79cf8c934830}">
          <p14:sldIdLst>
            <p14:sldId id="260"/>
            <p14:sldId id="261"/>
          </p14:sldIdLst>
        </p14:section>
        <p14:section name="Escenarios y meta" id="{15e13e0d-1ea4-574d-7350-a7c77bc4a4b4}">
          <p14:sldIdLst>
            <p14:sldId id="262"/>
            <p14:sldId id="263"/>
          </p14:sldIdLst>
        </p14:section>
        <p14:section name="Plan y recomendación" id="{5efc1665-fe24-47b8-22b7-106a58f77fe5}">
          <p14:sldIdLst>
            <p14:sldId id="264"/>
            <p14:sldId id="265"/>
            <p14:sldId id="266"/>
            <p14:sldId id="267"/>
          </p14:sldIdLst>
        </p14:section>
        <p14:section name="Anexo" id="{7beeb31f-b729-a516-cd6c-2423cbd9764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cédula y padrón (renovación y traslado de recién llegados), datos y CRM (registros únicos y tablero), comunicación (agenda de la diáspora), logística del día de la elección (transporte y delegados) y legal y finanzas (cumplimiento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zonas de trabajo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+26 %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 desde 2022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Cédula y padrón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Cédula y padrón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Datos y CRM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Datos y CRM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ón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Comunicación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día E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día 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Legal y finanzas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Legal y finanzas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Centro-Sur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Centro-Sur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Censo de cédula en la red y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Cédula y padrón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y CRM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y finanzas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2026-10-21T04:06:16Z</dcterms:created>
  <dcterms:modified xsi:type="dcterms:W3CDTF">2026-10-21T04:06:16Z</dcterms:modified>
</cp:coreProperties>
</file>