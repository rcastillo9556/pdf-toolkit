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bb3b267e-2e6f-40db-eaa8-d6392b7f6bd3}">
          <p14:sldIdLst>
            <p14:sldId id="256"/>
            <p14:sldId id="257"/>
            <p14:sldId id="258"/>
            <p14:sldId id="259"/>
          </p14:sldIdLst>
        </p14:section>
        <p14:section name="Resultados 2024" id="{ae121a12-4a9a-10b6-8111-e27cd0c207a5}">
          <p14:sldIdLst>
            <p14:sldId id="260"/>
          </p14:sldIdLst>
        </p14:section>
        <p14:section name="Meta" id="{ff90cd68-69d2-3927-b1ed-be2cb49716d1}">
          <p14:sldIdLst>
            <p14:sldId id="261"/>
          </p14:sldIdLst>
        </p14:section>
        <p14:section name="Plan y recomendación" id="{5c157c18-83f3-6044-5a01-fb022bd0ffdc}">
          <p14:sldIdLst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1" Type="http://schemas.openxmlformats.org/officeDocument/2006/relationships/chart" Target="/ppt/charts/chart1.xml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1" Type="http://schemas.openxmlformats.org/officeDocument/2006/relationships/image" Target="../media/image-3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1" Type="http://schemas.openxmlformats.org/officeDocument/2006/relationships/chart" Target="/ppt/charts/chart2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1" Type="http://schemas.openxmlformats.org/officeDocument/2006/relationships/chart" Target="/ppt/charts/chart3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17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19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0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1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2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3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9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3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380515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4" name="Sección actual"/>
          <p:cNvSpPr/>
          <p:nvPr/>
        </p:nvSpPr>
        <p:spPr>
          <a:xfrm>
            <a:off x="4153433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5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6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6926351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esultados 2024"/>
          <p:cNvSpPr txBox="1"/>
          <p:nvPr/>
        </p:nvSpPr>
        <p:spPr>
          <a:xfrm>
            <a:off x="3321558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6094476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8867394" y="0"/>
            <a:ext cx="27729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9699269" y="338328"/>
            <a:ext cx="1109167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2026-10-21T05:58:40Z</dcterms:created>
  <dcterms:modified xsi:type="dcterms:W3CDTF">2026-10-21T05:58:40Z</dcterms:modified>
</cp:coreProperties>
</file>