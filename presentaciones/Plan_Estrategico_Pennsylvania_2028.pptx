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62eb4b43-7cff-99f0-0aea-9829d5914911}">
          <p14:sldIdLst>
            <p14:sldId id="256"/>
            <p14:sldId id="257"/>
            <p14:sldId id="258"/>
            <p14:sldId id="259"/>
          </p14:sldIdLst>
        </p14:section>
        <p14:section name="Resultados 2024" id="{0a7bf63f-2798-abcc-3da6-4d33ba802f3a}">
          <p14:sldIdLst>
            <p14:sldId id="260"/>
          </p14:sldIdLst>
        </p14:section>
        <p14:section name="Meta" id="{3c3b31b7-85a9-4e2e-f725-f4c4c9526f3c}">
          <p14:sldIdLst>
            <p14:sldId id="261"/>
          </p14:sldIdLst>
        </p14:section>
        <p14:section name="Plan y recomendación" id="{501b6018-1047-6c94-5cd9-a0d349ac8795}">
          <p14:sldIdLst>
            <p14:sldId id="262"/>
            <p14:sldId id="263"/>
            <p14:sldId id="264"/>
          </p14:sldIdLst>
        </p14:section>
        <p14:section name="Ficha técnica" id="{7bbff149-039e-871f-489d-ff95cb8a037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1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19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0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1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2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3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4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2026-10-21T06:02:39Z</dcterms:created>
  <dcterms:modified xsi:type="dcterms:W3CDTF">2026-10-21T06:02:39Z</dcterms:modified>
</cp:coreProperties>
</file>