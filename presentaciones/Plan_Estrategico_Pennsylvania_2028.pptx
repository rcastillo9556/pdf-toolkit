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29ab36e9-6177-1e27-ae16-2ad65d4040ed}">
          <p14:sldIdLst>
            <p14:sldId id="256"/>
            <p14:sldId id="257"/>
            <p14:sldId id="258"/>
            <p14:sldId id="259"/>
          </p14:sldIdLst>
        </p14:section>
        <p14:section name="Riesgos" id="{916991ab-a37d-e001-8087-196b577aa99f}">
          <p14:sldIdLst>
            <p14:sldId id="260"/>
          </p14:sldIdLst>
        </p14:section>
        <p14:section name="Resultados 2024" id="{0b2f8f5e-db70-a417-50f7-0444627bc5d0}">
          <p14:sldIdLst>
            <p14:sldId id="261"/>
          </p14:sldIdLst>
        </p14:section>
        <p14:section name="Meta" id="{9e33115e-a9ac-6f32-7e0a-f6a385d96de4}">
          <p14:sldIdLst>
            <p14:sldId id="262"/>
          </p14:sldIdLst>
        </p14:section>
        <p14:section name="Plan y recomendación" id="{b4153145-0b6e-b1d7-936b-2fa6b04c78ca}">
          <p14:sldIdLst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Nueva cédula: según la JCE, quien no renueve no podrá votar. En el exterior se renueva solo por cita y el ciclo termina en enero de 2028, antes del cierre del padrón. Centros: Philadelphia (1500 JFK Blvd, 2.º piso) y Consulado de Allentown (1710 Union Blvd). Confirmar con la JCE si el corte de abril de 2027 para la cédula antigua aplica al exterior. Escenarios de habilitación sobre 47,529 electores: 90 % renueva → 42,776 habilitados; 70 % → 33,270; 50 % → 23,765. Desafección: la abstención en el exterior pasó de 51 % (2016) a 81 % (2024); en la seccional, 38,590 de 47,529 no votaron (81.2 %). La dispersión geográfica (13 ciudades) se ve en 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oficiales de la JCE por colegio, agrupados por recinto con la lista de colegios de la Seccional PRM Pennsylvania (Nilba Sánchez y Yajaira Alcántara). Los totales coinciden con la seccional: 8,939 emitidos, 5,581 votos del PRM y aliados, 47,529 electores. Nota: la lista de la seccional asigna 4 mesas a la Asociación de Pennsylvania (Reading) pero solo enumera 1256, 1257 y 1258; el colegio 1259, el único que no aparece, se asignó a ese recinto por numeración (confirmar). Por recinto, la participación va de 13.5 % (AAR Solutions, Wilkes-Barre) a 29.4 % (Plaza San Juan Bautista, Lancaster), y el apoyo al PRM y aliados de 53.7 % (Scranton) a 68.1 % (Visitation, Philadelphia). Colegios más débiles para el PRM: 1294 y 1300 (La Senda I y II, Reading), 1281 (Hazleton), 1307 (Lancaster), 1333 (West Kensington), 1331 (Scranton), 1265 y 1269 (Allentown).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8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Dos riesgos pueden reducir el voto de 2028: la nueva cédula y la desafección</a:t>
            </a:r>
            <a:endParaRPr lang="en-US" sz="2800" dirty="0"/>
          </a:p>
        </p:txBody>
      </p:sp>
      <p:sp>
        <p:nvSpPr>
          <p:cNvPr id="3" name="Riesgo Nueva cédula"/>
          <p:cNvSpPr/>
          <p:nvPr/>
        </p:nvSpPr>
        <p:spPr>
          <a:xfrm>
            <a:off x="548640" y="160020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10512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965960"/>
            <a:ext cx="374904" cy="3749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8105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175564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Enero 2028</a:t>
            </a:r>
            <a:endParaRPr lang="en-US" sz="3000" dirty="0"/>
          </a:p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889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 cédula nueva no se vota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Solo por cita; 2 centros en la zona: Philadelphia y Allentown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hay cifra pública de renovaciones en PA (en todo el país va el 46 %)</a:t>
            </a:r>
            <a:endParaRPr lang="en-US" sz="1500" dirty="0"/>
          </a:p>
        </p:txBody>
      </p:sp>
      <p:sp>
        <p:nvSpPr>
          <p:cNvPr id="9" name="Riesgo Desafección"/>
          <p:cNvSpPr/>
          <p:nvPr/>
        </p:nvSpPr>
        <p:spPr>
          <a:xfrm>
            <a:off x="6227064" y="160020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01384" y="1810512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65960"/>
            <a:ext cx="374904" cy="3749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70064" y="18105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9244584" y="175564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51 % → 81 %</a:t>
            </a:r>
            <a:endParaRPr lang="en-US" sz="3000" dirty="0"/>
          </a:p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abstención en el exterior, 2016 frente a 2024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6501384" y="27889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 la seccional, el 81 % no votó en 2024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 votante no ve relación entre su voto y su vida en EE. UU.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Respuesta: agenda de la diáspora y encuentros de escucha por zona</a:t>
            </a:r>
            <a:endParaRPr lang="en-US" sz="1500" dirty="0"/>
          </a:p>
        </p:txBody>
      </p:sp>
      <p:sp>
        <p:nvSpPr>
          <p:cNvPr id="15" name="Acciones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5029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Acciones: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pedir a la JCE y a los consulados el dato de cédulas renovadas en PA · operativos móviles en Hazleton, Reading y Lancaster · viajes en grupo con cita</a:t>
            </a:r>
            <a:endParaRPr lang="en-US" sz="1400" dirty="0"/>
          </a:p>
        </p:txBody>
      </p:sp>
      <p:sp>
        <p:nvSpPr>
          <p:cNvPr id="1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 (nueva cédula en el exterior: por cita, cierre en enero de 2028; 4,009,576 entregadas en el país al 13-oct-2026); estudio IIDH/CAPEL para la JCE; JCE 2024.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2024 el PRM y aliados ganaron en las 11 ciudades; Reading, con el 18 % del padrón, quedó entre las de menor apoyo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680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51560"/>
                <a:gridCol w="960120"/>
                <a:gridCol w="1234440"/>
                <a:gridCol w="1234440"/>
                <a:gridCol w="1097280"/>
              </a:tblGrid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Ciudad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Votaron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Participación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PRM y aliados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% PRM y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Wilkes-Barre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1,319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Wilmington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65.9 %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749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16,237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2,923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1,886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Harrisburg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1,670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Allentown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1,697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Lancaster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Lebanon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22.1 %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York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1,224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Reading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1,577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Scranton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Seccional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8,939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5,581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63.4 %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84 de 84"/>
          <p:cNvSpPr/>
          <p:nvPr/>
        </p:nvSpPr>
        <p:spPr>
          <a:xfrm>
            <a:off x="8503920" y="1600200"/>
            <a:ext cx="3136392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64592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84 de 84 colegios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ganados por el PRM y aliados; 63.4 %, 6 puntos más que en el país</a:t>
            </a:r>
            <a:endParaRPr lang="en-US" sz="2000" dirty="0"/>
          </a:p>
        </p:txBody>
      </p:sp>
      <p:sp>
        <p:nvSpPr>
          <p:cNvPr id="6" name="Prioridades"/>
          <p:cNvSpPr/>
          <p:nvPr/>
        </p:nvSpPr>
        <p:spPr>
          <a:xfrm>
            <a:off x="8503920" y="2880360"/>
            <a:ext cx="31363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0" y="2971800"/>
            <a:ext cx="28346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Prioridades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Convencer en Reading: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menor apoyo entre las ciudades grandes (59.5 %), con el 18 % del padrón.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Movilizar en Wilkes-Barre, Harrisburg y Kensington (Philadelphia):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participación más baja (13.5 %, 13.6 % y 16.9 %).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Modelo a replicar: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Lancaster votó al 29 %, el doble que la seccional.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JCE, «Resultado Presidencial por colegios» (2024), agrupado por ciudad según la lista de la Seccional PRM Pennsylvania. Ordenado por % del PRM y aliados. En rojo: participación &lt; 17 % o apoyo &lt; 60 %.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2026-10-21T05:43:12Z</dcterms:created>
  <dcterms:modified xsi:type="dcterms:W3CDTF">2026-10-21T05:43:12Z</dcterms:modified>
</cp:coreProperties>
</file>