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d55c8c30-2a3f-cb48-6cad-05146945bf57}">
          <p14:sldIdLst>
            <p14:sldId id="256"/>
            <p14:sldId id="257"/>
            <p14:sldId id="258"/>
          </p14:sldIdLst>
        </p14:section>
        <p14:section name="Meta" id="{af0dcdac-2aa5-5c79-facb-424f8d3a118d}">
          <p14:sldIdLst>
            <p14:sldId id="259"/>
          </p14:sldIdLst>
        </p14:section>
        <p14:section name="Plan y recomendación" id="{a205e567-5bd7-046a-0d82-5600a2e4d24b}">
          <p14:sldIdLst>
            <p14:sldId id="260"/>
            <p14:sldId id="261"/>
            <p14:sldId id="262"/>
            <p14:sldId id="263"/>
          </p14:sldIdLst>
        </p14:section>
        <p14:section name="Ficha técnica" id="{9e0639b9-3ed9-72ba-3cbd-b1565e55da62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2026-10-21T15:00:51Z</dcterms:created>
  <dcterms:modified xsi:type="dcterms:W3CDTF">2026-10-21T15:00:51Z</dcterms:modified>
</cp:coreProperties>
</file>