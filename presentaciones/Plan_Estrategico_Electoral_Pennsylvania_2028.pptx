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c4530c1-f33c-7ca7-96dc-5ae8257b8bdc}">
          <p14:sldIdLst>
            <p14:sldId id="256"/>
            <p14:sldId id="257"/>
            <p14:sldId id="258"/>
            <p14:sldId id="259"/>
          </p14:sldIdLst>
        </p14:section>
        <p14:section name="Resultados 2024" id="{4f942f63-a69f-0616-f2b7-1c4fb9eb66ea}">
          <p14:sldIdLst>
            <p14:sldId id="260"/>
          </p14:sldIdLst>
        </p14:section>
        <p14:section name="Meta" id="{f8c03de9-1c38-0843-70c9-f11b35b86e9b}">
          <p14:sldIdLst>
            <p14:sldId id="261"/>
          </p14:sldIdLst>
        </p14:section>
        <p14:section name="Plan y recomendación" id="{af15c207-e951-1819-893e-264ceaf381d9}">
          <p14:sldIdLst>
            <p14:sldId id="262"/>
            <p14:sldId id="263"/>
            <p14:sldId id="264"/>
          </p14:sldIdLst>
        </p14:section>
        <p14:section name="Ficha técnica" id="{7bba8224-39b0-c1c7-aeef-6330143d547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0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3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3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5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7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8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0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12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4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6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3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4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5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6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3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4" name="Sección actual"/>
          <p:cNvSpPr/>
          <p:nvPr/>
        </p:nvSpPr>
        <p:spPr>
          <a:xfrm>
            <a:off x="3432475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5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6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7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5650809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1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3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6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9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6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2026-10-21T06:14:05Z</dcterms:created>
  <dcterms:modified xsi:type="dcterms:W3CDTF">2026-10-21T06:14:05Z</dcterms:modified>
</cp:coreProperties>
</file>