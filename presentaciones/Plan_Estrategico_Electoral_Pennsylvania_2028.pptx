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d23820ea-5169-ae62-a496-a2245df8f1b9}">
          <p14:sldIdLst>
            <p14:sldId id="256"/>
            <p14:sldId id="257"/>
            <p14:sldId id="258"/>
          </p14:sldIdLst>
        </p14:section>
        <p14:section name="Meta" id="{fb9bcf24-d6dd-faf0-b022-0cd9b7ce23a0}">
          <p14:sldIdLst>
            <p14:sldId id="259"/>
          </p14:sldIdLst>
        </p14:section>
        <p14:section name="Plan y recomendación" id="{e65f8ddf-a990-3898-c37e-4bb2110ce87f}">
          <p14:sldIdLst>
            <p14:sldId id="260"/>
            <p14:sldId id="261"/>
            <p14:sldId id="262"/>
            <p14:sldId id="263"/>
          </p14:sldIdLst>
        </p14:section>
        <p14:section name="Ficha técnica" id="{417704cb-7c17-9122-959b-186ddcfa4640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9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image" Target="../media/image-3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3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4.xml"/><Relationship Id="rId10" Type="http://schemas.openxmlformats.org/officeDocument/2006/relationships/slide" Target="slide9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</p:txBody>
      </p:sp>
      <p:sp>
        <p:nvSpPr>
          <p:cNvPr id="4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6" name="Etiqueta propuesta"/>
          <p:cNvSpPr/>
          <p:nvPr/>
        </p:nvSpPr>
        <p:spPr>
          <a:xfrm>
            <a:off x="548640" y="1810512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10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bg1"/>
                </a:solidFill>
              </a:rPr>
              <a:t>PROPUESTA PARA EL CAD</a:t>
            </a:r>
            <a:pPr algn="ctr" indent="0" marL="0">
              <a:buNone/>
            </a:pPr>
            <a:r>
              <a:rPr lang="en-US" sz="1600" spc="100" kern="0" dirty="0">
                <a:solidFill>
                  <a:srgbClr val="FFD9DB"/>
                </a:solidFill>
              </a:rPr>
              <a:t>  ·  SECCIONAL PENNSYLVANIA</a:t>
            </a:r>
            <a:endParaRPr lang="en-US" sz="1600" dirty="0"/>
          </a:p>
        </p:txBody>
      </p:sp>
      <p:sp>
        <p:nvSpPr>
          <p:cNvPr id="8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9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11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 de 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colegios ganados por el PRM y aliados en 2024</a:t>
            </a:r>
            <a:endParaRPr lang="en-US" sz="3000" dirty="0"/>
          </a:p>
        </p:txBody>
      </p:sp>
      <p:sp>
        <p:nvSpPr>
          <p:cNvPr id="13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5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7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1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3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4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6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7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4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7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9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6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4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5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9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3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7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1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5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9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3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5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7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1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3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5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7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9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1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7" name="Shape 64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1" name="Shape 68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4" name="Text 71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5" name="Shape 72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9" name="Shape 76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3" name="Shape 80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6" name="Text 83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1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2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3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4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6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4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4153433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4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6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2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8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1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4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8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30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2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4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6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8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40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2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4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6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3" name="Shape 15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4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6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8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10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3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6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9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9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4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7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los electores</a:t>
            </a:r>
            <a:endParaRPr lang="en-US" sz="1300" dirty="0"/>
          </a:p>
        </p:txBody>
      </p:sp>
      <p:sp>
        <p:nvSpPr>
          <p:cNvPr id="10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400 líderes con 10 personas cada uno; se estima que vota el 85 %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colegio 1259 se asignó a la Asociación de Pennsylvania (Reading) por numeración; pendiente de confirmar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5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7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2026-10-21T14:55:07Z</dcterms:created>
  <dcterms:modified xsi:type="dcterms:W3CDTF">2026-10-21T14:55:07Z</dcterms:modified>
</cp:coreProperties>
</file>