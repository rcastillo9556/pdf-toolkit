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b5744be6-3193-1ec5-33ac-9b2947af91ee}">
          <p14:sldIdLst>
            <p14:sldId id="256"/>
            <p14:sldId id="257"/>
            <p14:sldId id="258"/>
          </p14:sldIdLst>
        </p14:section>
        <p14:section name="Meta" id="{c33bfa0e-5827-9373-d177-f2c71a16dc53}">
          <p14:sldIdLst>
            <p14:sldId id="259"/>
          </p14:sldIdLst>
        </p14:section>
        <p14:section name="Plan y recomendación" id="{f56da133-ed5c-7832-c2c1-54b4d4dde60f}">
          <p14:sldIdLst>
            <p14:sldId id="260"/>
            <p14:sldId id="261"/>
            <p14:sldId id="262"/>
            <p14:sldId id="263"/>
          </p14:sldIdLst>
        </p14:section>
        <p14:section name="Ficha técnica" id="{7a173f47-76e6-2fcd-13ad-3f5b09e8eb10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 (dato de 2026),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607 líderes en unas 13 semanas, unos 47 por semana; si en la semana 4 hay menos de 140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607 líderes con 10 personas cada uno, con 20 % de margen (4,857 votantes comprometidos que, si vota el 70 %, aportan unos 3,400 votos).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2024, de 47,529 electores solo votaron 8,939: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 (2026)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en 2024 solo 47,529 estaban inscritos: el nuevo padrón está por hacerse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estaba inscrito para votar en la seccional en 2024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Padron 2028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Padrón 2028: todavía por construir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renovación de cédulas aún no se sabe cuántos podrán votar. Cada cita es la oportunidad de sacar la cédula nueva e inscribir el domicilio en Pennsylvania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126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89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101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87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24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14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4,857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70 %,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por zona, con 20 % de margen (si vota el 70 % de los comprometidos)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126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87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24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607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4,857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≈ 3,400 votos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140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607 líderes y 4,857 comprometidos;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607 líderes,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en 2024 (13 ciudades)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607 líderes con 10 personas cada uno (incluye 20 % de margen). La cédula y el traslado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el potencial (abstención 2024 × voto del PRM y aliados)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aporta 3,400 votos (55 % de la meta); vota el 70 % de los comprometidos; 10 por líder y 20 % de margen = 607 líderes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Asignación de los 84 colegios a sus recintos confirmada con la Seccional PRM Pennsylvania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2026-10-22T04:37:53Z</dcterms:created>
  <dcterms:modified xsi:type="dcterms:W3CDTF">2026-10-22T04:37:53Z</dcterms:modified>
</cp:coreProperties>
</file>